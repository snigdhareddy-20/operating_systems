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Inter-Process Chat Application Using IPC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Two-way communication between independent processes, in C on Ubuntu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Covers: OS layers and syscalls, processes, IPC, virtual memory, file systems, concurrency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Background: What is IPC?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Inter-Process Communication (IPC) is a set of OS-provided mechanisms that let separate processes exchange data and coordinate their actions.</a:t>
            </a:r>
            <a:endParaRPr lang="en-US" sz="1500" dirty="0"/>
          </a:p>
        </p:txBody>
      </p:sp>
      <p:sp>
        <p:nvSpPr>
          <p:cNvPr id="4" name="card"/>
          <p:cNvSpPr/>
          <p:nvPr/>
        </p:nvSpPr>
        <p:spPr>
          <a:xfrm>
            <a:off x="548640" y="1920240"/>
            <a:ext cx="256032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64008" cy="2651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Why it is needed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process runs in its own protected address space, so one process cannot read or write another's memory directly. The kernel must act as a go-between.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3291840" y="1920240"/>
            <a:ext cx="256032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920240"/>
            <a:ext cx="64008" cy="26517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Two IPC models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46888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Message passing: data is copied through the kernel (pipes, sockets). Shared memory: processes map the same frames and need synchronization.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6035040" y="1920240"/>
            <a:ext cx="256032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920240"/>
            <a:ext cx="64008" cy="2651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Key concepts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46888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Blocking vs non-blocking I/O, half vs full duplex, synchronization, and the producer-consumer pattern.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IPC Mechanisms (CO3)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834640"/>
                <a:gridCol w="1188720"/>
                <a:gridCol w="2286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7F8FA"/>
                          </a:solidFill>
                        </a:rPr>
                        <a:t>Mechanism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7F8FA"/>
                          </a:solidFill>
                        </a:rPr>
                        <a:t>How it works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7F8FA"/>
                          </a:solidFill>
                        </a:rPr>
                        <a:t>Direction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7F8FA"/>
                          </a:solidFill>
                        </a:rPr>
                        <a:t>Used here for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Anonymous pipe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Kernel buffer, related processes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One-way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launcher, minishell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Named pipe (FIFO)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Pipe with a name in the file system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One-way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Default chat channel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Unix domain socket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Local socket bound to a path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Two-way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--ipc socket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Signal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Asynchronous notification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One-way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SIGINT, SIGTERM, SIGUSR1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Shared memory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Same page mapped in both processes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Two-way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/stats counters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Layers and System Calls (CO1)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4023360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430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User space: shell, ipc_chat, launcher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023360" cy="7315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System-call interface (syscall instruction)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4023360" cy="731520"/>
          </a:xfrm>
          <a:prstGeom prst="rect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8803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Kernel: processes, memory, VFS, IPC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4023360" cy="7315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74904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Hardware: CPU, RAM, disk, terminal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User mode: no direct hardware access and no access to other processes' memory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Kernel mode: full privileges, entered only through system calls and interrupts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shell is an ordinary user-space program, not part of the kernel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Our chat uses mkfifo, open, read, write, mmap and fork, each a request to the kernel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Tracing a Command to Completion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426464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Keystrokes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57984" y="1097280"/>
            <a:ext cx="1426464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57984" y="1097280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Shell: fork()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67328" y="1097280"/>
            <a:ext cx="1426464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67328" y="1097280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Child: execve()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76672" y="1097280"/>
            <a:ext cx="1426464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76672" y="1097280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Runs, makes syscalls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86016" y="1097280"/>
            <a:ext cx="1426464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86016" y="1097280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exit, wait()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10312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Keyboard interrupt, terminal driver, Enter: the shell's read() returns the line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Shell calls fork(); the parent sleeps in waitpid()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execve() replaces the child's address space with the new program, back to user mode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program calls mknodat, openat, read, write; blocking calls put it to sleep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exit_group() frees resources; the parent's wait returns the status and the prompt returns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Independent processes have separate address spaces, so they cannot simply share variables to exchange data.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548640" y="1828800"/>
            <a:ext cx="256032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64008" cy="21945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Goal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 a two-way chat where independent processes send and receive messages in real time.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3291840" y="1828800"/>
            <a:ext cx="256032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828800"/>
            <a:ext cx="64008" cy="21945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Challenge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3774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Both sides must send and receive at once, without blocking, losing, or corrupting messages.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6035040" y="1828800"/>
            <a:ext cx="256032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828800"/>
            <a:ext cx="64008" cy="21945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Objectives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3774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 IPC, support full-duplex chat, handle disconnects and signals, and exit cleanly.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377440" cy="173736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4300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Process A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Sender + reader + display threads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17920" y="1143000"/>
            <a:ext cx="2377440" cy="173736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0" y="114300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Process B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Sender + reader + display threads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108960" y="1371600"/>
            <a:ext cx="2926080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08960" y="13716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Channel 1:  A  →  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08960" y="2103120"/>
            <a:ext cx="2926080" cy="502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08960" y="21031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Channel 2:  B  →  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10896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Two FIFOs (one per direction) or one Unix domain socket give full-duplex chat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Shared memory holds message counters; a semaphore guards them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message is also appended to a binary log file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Channels, shared memory and semaphores are removed on exit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Message Travels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426464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User types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57984" y="1188720"/>
            <a:ext cx="1426464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57984" y="1188720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write() to channel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67328" y="1188720"/>
            <a:ext cx="1426464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67328" y="1188720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Kernel buffer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76672" y="1188720"/>
            <a:ext cx="1426464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76672" y="1188720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read() in peer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86016" y="1188720"/>
            <a:ext cx="1426464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86016" y="1188720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Queue, then display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The kernel holds written bytes in a buffer until the peer reads them (FIFO order)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read() blocks when the buffer is empty, so a dedicated reader thread avoids freezing input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write() blocks when the buffer is full, giving natural flow control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If the peer closes its end, read() returns 0 (end-of-file); writing to a closed pipe gives EPIPE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0515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Create channels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mkfifo() (or a Unix socket) with owner-only permissions.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2024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Open in matching order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opens write then read; B opens read then write, so open() never deadlocks.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7889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Threaded pipeline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Reader thread, bounded queue, display thread; main loop sends input.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03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657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Clean shutdown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/quit, SIGINT or SIGTERM: close, unlink FIFOs, shared memory and semaphore.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Code (C)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046720" cy="25146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234440"/>
            <a:ext cx="7589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mkfifo(path_a2b, 0600);  mkfifo(path_b2a, 0600);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(is_a) { fd_out = open(path_a2b, O_WRONLY);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fd_in  = open(path_b2a, O_RDONLY);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     { fd_in  = open(path_a2b, O_RDONLY);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fd_out = open(path_b2a, O_WRONLY);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pthread_create(&amp;t1, NULL, reader, NULL);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pthread_create(&amp;t2, NULL, display, NULL);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(fgets(text, sizeof text, stdin)) write_all(fd_out, msg, len);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open() blocks until the peer opens its end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reader thread receives, the display thread prints, the main loop sends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 Control (CO2)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426464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fork()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57984" y="1097280"/>
            <a:ext cx="1426464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57984" y="1097280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dup2() + execl()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67328" y="1097280"/>
            <a:ext cx="1426464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67328" y="1097280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child runs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76672" y="1097280"/>
            <a:ext cx="1426464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76672" y="1097280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exit(status)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86016" y="1097280"/>
            <a:ext cx="1426464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86016" y="1097280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waitpid()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10312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launcher: forks Alice and Bob, wires an anonymous pipe to each child's stdin with dup2, then exec's ipc_chat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minishell: the same fork, exec, wait cycle for any command, plus cd, a | b and background jobs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waitpid() collects the exit status (WIFEXITED, WEXITSTATUS) and removes the zombie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fork() returns 0 in the child and the child's pid in the parent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Concurrency (CO6)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4993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249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Reader thread (producer)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30880" y="1097280"/>
            <a:ext cx="249936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30880" y="1097280"/>
            <a:ext cx="249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Bounded queue (mutex + condvars)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13120" y="1097280"/>
            <a:ext cx="24993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13120" y="1097280"/>
            <a:ext cx="249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Display thread (consumer)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0312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Mutex protects the queue; condition variables not_empty and not_full make threads wait without spinning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named binary semaphore protects the shared-memory counters across two processes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race_demo: no lock loses updates, a mutex fixes it, a counting semaphore limits entry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race_demo: opposite lock order deadlocks; one global lock order prevents it. Starvation: no fairness guarantee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Virtual Memory (CO4)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097280"/>
            <a:ext cx="388620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64008" cy="1463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887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Paging and translation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459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process sees virtual pages; the MMU and page tables map them to physical frames.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709160" y="1097280"/>
            <a:ext cx="388620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1097280"/>
            <a:ext cx="64008" cy="14630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1887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Demand paging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6459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mmap reserves addresses only; the first touch of a page causes a minor page fault.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548640" y="2697480"/>
            <a:ext cx="388620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97480"/>
            <a:ext cx="64008" cy="14630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7889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TLB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2461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cache of recent translations; repeat access to a page does not fault again.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4709160" y="2697480"/>
            <a:ext cx="388620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2697480"/>
            <a:ext cx="64008" cy="14630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27889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Copy-on-write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461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After fork() pages are shared; the first write copies just that page.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vm_demo measured about 4,096 faults on first touch, none on the second pass, and a private copy for the child. Shared memory in the chat is a MAP_SHARED mapping.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Systems and File I/O (CO5)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143000"/>
            <a:ext cx="388620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43000"/>
            <a:ext cx="64008" cy="31089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Concepts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9164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 inode holds file metadata and block locations. A directory entry maps a name to an inode number. The virtual file system (VFS) gives every file system one interface; mount points attach file systems to the tree. read, write and lseek work on a file offset.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709160" y="1143000"/>
            <a:ext cx="388620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1143000"/>
            <a:ext cx="64008" cy="31089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2344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 the project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69164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message is a binary record (header + text) appended with O_APPEND. write_all and read_all handle short transfers and EINTR. fsync on exit. logview uses fstat for the inode, lseek to jump to records, and detects a corrupt tail.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143000"/>
            <a:ext cx="388620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43000"/>
            <a:ext cx="64008" cy="1600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IPC mechanisms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916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FIFOs, Unix domain sockets, anonymous pipes, signals, POSIX shared memory.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709160" y="1143000"/>
            <a:ext cx="388620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1143000"/>
            <a:ext cx="64008" cy="16002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2344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System calls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6916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fork, execvp, waitpid, mkfifo, open, read, write, mmap, shm_open, sigaction.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548640" y="2926080"/>
            <a:ext cx="388620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926080"/>
            <a:ext cx="64008" cy="1600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0175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Concurrency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47472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pthreads, mutexes, condition variables, POSIX semaphores.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4709160" y="2926080"/>
            <a:ext cx="388620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2926080"/>
            <a:ext cx="64008" cy="160020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30175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Platform and tools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47472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Ubuntu, gcc, make, strace, Git.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00400"/>
                <a:gridCol w="31089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7F8FA"/>
                          </a:solidFill>
                        </a:rPr>
                        <a:t>Area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7F8FA"/>
                          </a:solidFill>
                        </a:rPr>
                        <a:t>Scenario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7F8FA"/>
                          </a:solidFill>
                        </a:rPr>
                        <a:t>Expected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Chat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Two-way, FIFO and socket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Messages delivered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Concurrency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200 messages each way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In order, none lost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Edge input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Empty, special, 1,500 chars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Handled intact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Exit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Quit and SIGTERM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Peer told, files removed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Memory and files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/stats, log, logview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Counters and records correct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Processes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launcher, minishell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Children reaped, status 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Demos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vm_demo, race_demo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</a:rPr>
                        <a:t>All results OK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143000"/>
            <a:ext cx="256032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43000"/>
            <a:ext cx="64008" cy="17373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Reliable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91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Messages delivered in order in both directions, over FIFO and socket.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3291840" y="1143000"/>
            <a:ext cx="256032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143000"/>
            <a:ext cx="64008" cy="17373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234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Real-time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691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Messages appear on the other side almost instantly.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6035040" y="1143000"/>
            <a:ext cx="256032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43000"/>
            <a:ext cx="64008" cy="17373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34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Stable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691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Peer exit and signals handled without crashes or leftovers.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1546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All 41 automated checks passed on Ubuntu (make test)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200 messages each way arrived in order with none lost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Children reaped; FIFOs, shared memory and semaphores cleaned up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Outcome Coverage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657600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7F8FA"/>
                          </a:solidFill>
                        </a:rPr>
                        <a:t>CO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7F8FA"/>
                          </a:solidFill>
                        </a:rPr>
                        <a:t>Topic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7F8FA"/>
                          </a:solidFill>
                        </a:rPr>
                        <a:t>Where in the project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</a:rPr>
                        <a:t>CO1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</a:rPr>
                        <a:t>OS layers, syscalls, shell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</a:rPr>
                        <a:t>minishell, strace trace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</a:rPr>
                        <a:t>CO2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</a:rPr>
                        <a:t>fork, exec, wait, exit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</a:rPr>
                        <a:t>launcher, minishell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</a:rPr>
                        <a:t>CO3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</a:rPr>
                        <a:t>Pipes, FIFOs, sockets, signals, shm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</a:rPr>
                        <a:t>ipc_chat, launcher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</a:rPr>
                        <a:t>CO4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</a:rPr>
                        <a:t>Virtual memory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</a:rPr>
                        <a:t>vm_demo, shared mapping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</a:rPr>
                        <a:t>CO5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</a:rPr>
                        <a:t>File system and file I/O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</a:rPr>
                        <a:t>chat log, logview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</a:rPr>
                        <a:t>CO6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</a:rPr>
                        <a:t>Threads, mutex, condvars, semaphores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</a:rPr>
                        <a:t>message queue, race_demo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143000"/>
            <a:ext cx="388620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43000"/>
            <a:ext cx="64008" cy="1600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916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Hands-on grasp of processes, IPC, memory, files and synchronization.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709160" y="1143000"/>
            <a:ext cx="388620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1143000"/>
            <a:ext cx="64008" cy="16002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2344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Foundation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6916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same patterns underlie shells, servers, databases and microservices.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548640" y="2926080"/>
            <a:ext cx="388620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926080"/>
            <a:ext cx="64008" cy="1600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0175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Extensible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47472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Add group chat through a server, encryption or a shared-memory ring buffer.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4709160" y="2926080"/>
            <a:ext cx="388620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2926080"/>
            <a:ext cx="64008" cy="160020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30175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Efficient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47472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Local IPC avoids network overhead for same-machine communication.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PC Chat">
  <a:themeElements>
    <a:clrScheme name="IPC Chat">
      <a:dk1>
        <a:srgbClr val="1B2233"/>
      </a:dk1>
      <a:lt1>
        <a:srgbClr val="F7F8FA"/>
      </a:lt1>
      <a:dk2>
        <a:srgbClr val="13243F"/>
      </a:dk2>
      <a:lt2>
        <a:srgbClr val="E4EAF2"/>
      </a:lt2>
      <a:accent1>
        <a:srgbClr val="0E9F9A"/>
      </a:accent1>
      <a:accent2>
        <a:srgbClr val="F2A33A"/>
      </a:accent2>
      <a:accent3>
        <a:srgbClr val="3E6FB0"/>
      </a:accent3>
      <a:accent4>
        <a:srgbClr val="7A8CA5"/>
      </a:accent4>
      <a:accent5>
        <a:srgbClr val="D95D5D"/>
      </a:accent5>
      <a:accent6>
        <a:srgbClr val="5BAA6E"/>
      </a:accent6>
      <a:hlink>
        <a:srgbClr val="0E9F9A"/>
      </a:hlink>
      <a:folHlink>
        <a:srgbClr val="7A8CA5"/>
      </a:folHlink>
    </a:clrScheme>
    <a:fontScheme name="IPC Cha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2026-10-16T19:00:47Z</dcterms:created>
  <dcterms:modified xsi:type="dcterms:W3CDTF">2026-10-16T19:00:47Z</dcterms:modified>
</cp:coreProperties>
</file>